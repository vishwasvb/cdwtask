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Not converted · Conversion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Generated: Aug 14, 2026, 05:41 PM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Filters: MTD (Jul 01, 2026 – Jul 22, 2026) vs Prior MTD (Jun 01, 2026 – Jun 22, 2026) · All 103 not converted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Not converted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EPI-106008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Banner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EPI-10838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michael.moll@jazzpharma.com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Cigna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EPI-14195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shaniya.murphy@jazzpharma.com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ALABAMA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EPI-145862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tracy.scott@jazzpharma.com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California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EPI-153227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randall.unzicker@jazzpharma.com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EPI-153341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mark.finnegan@jazzpharma.com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EPI-1572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shaniya.murphy@jazzpharma.com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MedImpact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OptumRx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Pharmacy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Triage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Hawaii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Service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Association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(HMSA)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mark.finnegan@jazzpharma.com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CMK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Shield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Wyoming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EmblemHealth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sara.buerk@jazzpharma.com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California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York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Texas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shaniya.murphy@jazzpharma.com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tracy.scott@jazzpharma.com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julie.leach@jazzpharma.com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KENTUCKY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MEDICAID-MEDIMPACT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1672" cy="914400"/>
        </p:xfrm>
        <a:graphic>
          <a:graphicData uri="http://schemas.openxmlformats.org/drawingml/2006/table">
            <a:tbl>
              <a:tblPr/>
              <a:tblGrid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Department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Defense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TRICARE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michael.moll@jazzpharma.com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Horizon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Shield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SUNSHINE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HLTH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michael.moll@jazzpharma.com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Maryland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Physicians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(MPC)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michael.moll@jazzpharma.com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mark.finnegan@jazzpharma.com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Acaria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sara.buerk@jazzpharma.com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shaniya.murphy@jazzpharma.com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ALABAMA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shaniya.murphy@jazzpharma.com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Arkansas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Shield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sara.buerk@jazzpharma.com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Providence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julie.leach@jazzpharma.com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sara.buerk@jazzpharma.com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Centene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California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Service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Corporation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(HCSC)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1672" cy="914400"/>
        </p:xfrm>
        <a:graphic>
          <a:graphicData uri="http://schemas.openxmlformats.org/drawingml/2006/table">
            <a:tbl>
              <a:tblPr/>
              <a:tblGrid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michael.moll@jazzpharma.com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Horizon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Shield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sara.buerk@jazzpharma.com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California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nicholas.firestine@jazzpharma.com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VytlOne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shaniya.murphy@jazzpharma.com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randall.unzicker@jazzpharma.com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Missouri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Acaria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sara.buerk@jazzpharma.com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Elevance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OptumRx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julie.leach@jazzpharma.com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Acaria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nicholas.firestine@jazzpharma.com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Acaria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York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tracy.scott@jazzpharma.com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California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Elevance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OptumRx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julie.leach@jazzpharma.com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Ohio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1672" cy="914400"/>
        </p:xfrm>
        <a:graphic>
          <a:graphicData uri="http://schemas.openxmlformats.org/drawingml/2006/table">
            <a:tbl>
              <a:tblPr/>
              <a:tblGrid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Department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Veterans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Affairs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Lumicera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Capital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Plan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shaniya.murphy@jazzpharma.com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Acaria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Government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Employees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Association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(GEHA)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mark.finnegan@jazzpharma.com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nicholas.firestine@jazzpharma.com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Acaria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OptumRx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randall.unzicker@jazzpharma.com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SUNSHINE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PLAN-ESI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randall.unzicker@jazzpharma.com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Other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Assistance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Program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Other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EPI-23034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tracy.scott@jazzpharma.com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EPI-27124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tracy.scott@jazzpharma.com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Elevance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1672" cy="914400"/>
        </p:xfrm>
        <a:graphic>
          <a:graphicData uri="http://schemas.openxmlformats.org/drawingml/2006/table">
            <a:tbl>
              <a:tblPr/>
              <a:tblGrid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EPI-29543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EPI-30190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OptumRx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EPI-3797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York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EPI-4064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EPI-62102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EPI-94924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Sentara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2026-08-14T12:11:51Z</dcterms:created>
  <dcterms:modified xsi:type="dcterms:W3CDTF">2026-08-14T12:11:51Z</dcterms:modified>
</cp:coreProperties>
</file>