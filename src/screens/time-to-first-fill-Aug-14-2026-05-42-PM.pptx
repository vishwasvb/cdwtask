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Time to First Fill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14, 2026, 05:42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Time to First Fill · positive · MTD (Jul 01, 2026 – Jul 22, 2026) vs Prior MTD (Jun 01, 2026 – Jun 22, 2026)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Finding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Current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Severity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cohort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Fast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Contactable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(HIPAA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auth)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Where it concentrates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Poppel,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Katherine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2026-08-14T12:12:37Z</dcterms:created>
  <dcterms:modified xsi:type="dcterms:W3CDTF">2026-08-14T12:12:37Z</dcterms:modified>
</cp:coreProperties>
</file>