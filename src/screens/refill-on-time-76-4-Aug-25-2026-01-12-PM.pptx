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Refill on Time — 76.4%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Generated: Aug 25, 2026, 01:12 PM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Filters: MTD (May 01, 2026 – May 31, 2026) · vs Prior MTD (Apr 01, 2026 – Apr 30, 2026)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Refill on Time rose to 76.4% (+1.0 pt) — 3,928 of 16,229 patients below refill target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- Refill on Time 76.4% — 7.6 pts below 84.0% target.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- Top geography drag: EMD ARM - Gulf &amp; OK fell to 75.1% (–2.4 pts, 376 patients).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- Trend stable over 4 periods (76.4% → 76.3% → 76.7% → 76.4%).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Finding</a:t>
            </a:r>
            <a:endParaRPr lang="en-US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11091672" cy="914400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Field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Metric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Refill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on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Time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Current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76.4%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Prior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75.5%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Change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+1.0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Target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84.0%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Severity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Critical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Patients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in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cohort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16229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Late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refills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3928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Deployment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tier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Tier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Where it concentrates</a:t>
            </a:r>
            <a:endParaRPr lang="en-US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11091672" cy="914400"/>
        </p:xfrm>
        <a:graphic>
          <a:graphicData uri="http://schemas.openxmlformats.org/drawingml/2006/table">
            <a:tbl>
              <a:tblPr/>
              <a:tblGrid>
                <a:gridCol w="2218334"/>
                <a:gridCol w="2218334"/>
                <a:gridCol w="2218334"/>
                <a:gridCol w="2218334"/>
                <a:gridCol w="221833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Dimension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Top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Refill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on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Time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here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Rest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book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Late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refills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Specialty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Pharmacy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77.8%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75.8%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1812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Payer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79.0%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76.8%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Geography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Gulf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75.1%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77.4%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376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Provider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Rodriguez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Hernandez,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Janice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46.0%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54.0%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2026-08-25T07:42:54Z</dcterms:created>
  <dcterms:modified xsi:type="dcterms:W3CDTF">2026-08-25T07:42:54Z</dcterms:modified>
</cp:coreProperties>
</file>