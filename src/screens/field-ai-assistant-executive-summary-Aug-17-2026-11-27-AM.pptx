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Field AI Assistant — 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17, 2026, 11:27 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· MTD (Jul 01, 2026 – Jul 22, 2026)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Summary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Period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feed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2026-07-22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Findings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raised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concern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plummeting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24.3%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(–38.0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136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affected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account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99.9%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shortfall,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signaling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systemic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capture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failure.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improved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sharply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(–6.0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days),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dropped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7.35%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(–10.6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pts),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reached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three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benefiting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notably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from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patient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segments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specific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geography/pharmacy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improvements.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Headline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non-consented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cohort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(consent_status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=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'0')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appears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dominant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driver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across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and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Rate,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suggesting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shared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root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cause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that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warrants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immediate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investigation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into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enrollment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workflow.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Findings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Current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Leading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Conversion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24.3%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62.2%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-38.0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Fill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Cancellation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-10.6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Discontinuation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-1.9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Positive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Status: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Conversion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Conversion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63.9%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18.2%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Time to First Fill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Fill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Carolina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Lumicera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Van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Poppel,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Katherine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days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Cancellation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Cancellation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Wagreens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7.7%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22.4%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27.1%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MedImpact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Miller,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Daniella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Concentration — Discontinuation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Discontinuation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here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book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Impacted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Consent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Specialty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Pharmacy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Territory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8.3%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Payer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UNSPECIFIED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10.0%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2026-08-17T05:57:33Z</dcterms:created>
  <dcterms:modified xsi:type="dcterms:W3CDTF">2026-08-17T05:57:33Z</dcterms:modified>
</cp:coreProperties>
</file>