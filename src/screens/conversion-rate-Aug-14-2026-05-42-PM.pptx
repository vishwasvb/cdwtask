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Conversion Rate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Generated: Aug 14, 2026, 05:42 PM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Filters: Conversion · critical · MTD (Jul 01, 2026 – Jul 22, 2026) vs Prior MTD (Jun 01, 2026 – Jun 22, 2026)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Finding</a:t>
            </a:r>
            <a:endParaRPr lang="en-US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1672" cy="91440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Metric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Conversion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Current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24.3%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Prior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62.2%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Change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-38.0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Target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Severity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Critical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Patients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cohort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converted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Contactable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(HIPAA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auth)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Deployment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tier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Tier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Where it concentrates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1672" cy="91440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Dimension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Top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Value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segment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book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Impacted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Consent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21.9%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63.9%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Territory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18.2%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66.7%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2026-08-14T12:12:16Z</dcterms:created>
  <dcterms:modified xsi:type="dcterms:W3CDTF">2026-08-14T12:12:16Z</dcterms:modified>
</cp:coreProperties>
</file>