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Lapsed · Persistency — patient 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19, 2026, 04:11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(Aug 01, 2026 – Aug 14, 2026) vs Prior MTD (Jul 01, 2026 – Jul 14, 2026) · All 4,631 persistent · 4631 rows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4631 rows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Patients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EPI-160492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Lopezalberola,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CASE-001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Arroyo,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Lizbeth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CASE-002,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CASE-003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EPI-11744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Maney,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Kayli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EPI-162900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David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Khan,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EPI-4591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Woolhiser,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Kenten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TRILLIUM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COMMUNITY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HP-ESI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EPI-168536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Ramirez,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Emily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Mahalingam,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Rajeshwari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EPI-160367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Ralph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PUTMAN,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BCBS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ALABAMA-PRIME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THERAPEUTICS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Nayak,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Anuranjita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EPI-164404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Perkins,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Freedom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EPI-162244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Bushlin,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Ittai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Capital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EPI-15246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Ghonim,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Hesham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EPI-160808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Miller,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EPI-160772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Geffrey,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Alexandra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EPI-160684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Degiorgio,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Christopher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Weber,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Amanda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EPI-160869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Karia,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Samir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Kentucky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EPI-165808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Carpenter,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Johns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Hopkins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EPI-168620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Faraj,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Abrar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EPI-9899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Smith,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Christine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EPI-161602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Peche,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Shubhangi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EPI-162256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Ramirez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Montealegre,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EPI-167631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Kumar,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Shyamala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Castellano,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James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Rogers,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EPI-161008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Malone,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Toya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CerpassRx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EPI-163027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Muhlhofer,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Wolfgang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Kesler,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Megan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EPI-169814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Huijun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Delaware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EPI-167792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Grayson,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Leslie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EPI-167736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Akbari,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Heba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EPI-169396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EPI-160498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Cardon,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Aaron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Presbyterian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Rendon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Cantu,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EPI-161822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Ekta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Khwaja,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Shamsuddin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Gerard,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Elizabeth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EPI-165878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EPI-160641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Mishal,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Natanya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Rupp,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Nevada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EPI-168896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Aboukhalil,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Bassel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Navitus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Solutions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Lumicera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EPI-13160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Hakimi,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Andrea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VIZCARRA,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ALONDRA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Mahdavi,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Sanaz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COMMUNITY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CHOICE-NAVITUS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Horiuchi,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Kimberly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EPI-168395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Smith,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Melvin,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Joseph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Reference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Lapsed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Window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(Aug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Aug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4,631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2026-08-19T10:41:18Z</dcterms:created>
  <dcterms:modified xsi:type="dcterms:W3CDTF">2026-08-19T10:41:18Z</dcterms:modified>
</cp:coreProperties>
</file>