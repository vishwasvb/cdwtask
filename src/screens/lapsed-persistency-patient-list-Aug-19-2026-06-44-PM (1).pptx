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Lapsed · Persistency — patient 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Generated: Aug 19, 2026, 06:44 PM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Filters: MTD (Aug 01, 2026 – Aug 14, 2026) vs Prior MTD (Jul 01, 2026 – Jul 14, 2026) · All 4,631 persistent · 1 rows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1 rows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Patients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  <a:gridCol w="12324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Prescriber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DNF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Pharmacy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Geography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EPI-161600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Thiele,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Elizabeth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mark.finnegan@jazzpharma.com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Active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Coverage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Pending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York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Caremark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Reference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Lapsed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·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Persistency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Window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(Aug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01,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Aug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2026)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vs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Prior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MTD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(Jul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01,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–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Jul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14,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2026)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Scope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All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4,631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persistent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Deployment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Tier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2026-08-19T13:14:45Z</dcterms:created>
  <dcterms:modified xsi:type="dcterms:W3CDTF">2026-08-19T13:14:45Z</dcterms:modified>
</cp:coreProperties>
</file>