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Not converted · Conversion — patient 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17, 2026, 01:07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(Jul 01, 2026 – Jul 22, 2026) vs Prior MTD (Jun 01, 2026 – Jun 22, 2026) · All 103 not converted · 103 rows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103 rows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Patients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EPI-106008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Banner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EPI-10838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Cigna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EPI-145862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EPI-153341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EPI-1572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Hawaii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(HMSA)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CMK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Wyoming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EmblemHealth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EPI-169099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KENTUCKY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MEDICAID-MEDIMPACT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Defense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Maryland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Physicians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(MPC)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ALABAMA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Arkansas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Centene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Service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Corporation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(HCSC)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michael.moll@jazzpharma.com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Horizon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Jersey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VytlOne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Denied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Missouri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sara.buerk@jazzpharma.com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California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julie.leach@jazzpharma.com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Ohio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Department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Veterans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Affairs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Lumicera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Capital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shaniya.murphy@jazzpharma.com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Government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Employees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Association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(GEHA)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nicholas.firestine@jazzpharma.com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Acaria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joanna.janota@jazzpharma.com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SUNSHINE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Accredo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stephanie.harris@jazzpharma.com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Operational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EPI-169254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EPI-23034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EPI-27124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Elevance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EPI-29543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Attention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EPI-30190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EPI-3797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EPI-4064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HUB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EPI-62102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Intake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Incomplete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EPI-94924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Sentara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Reference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Window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(Jun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2026-08-17T07:37:19Z</dcterms:created>
  <dcterms:modified xsi:type="dcterms:W3CDTF">2026-08-17T07:37:19Z</dcterms:modified>
</cp:coreProperties>
</file>