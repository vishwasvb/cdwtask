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Conversion — 24.3%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Aug 17, 2026, 11:49 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MTD (Jul 01, 2026 – Jul 22, 2026) · vs Prior MTD (Jun 01, 2026 – Jun 22, 2026)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Conversion Rate collapsed to 24.3% (–38.0 pts) — 103 of 136 patients not converting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Non-consented patients are the dominant driver, accounting for 99.9% of the decline (conversion fell from 63.9% to 21.9% in this cohort, 93 patients).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The West territory is a secondary contributor, with conversion falling from 66.7% to 18.2% across 18 patients (22.3% share of the change).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Finding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Conversion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Current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24.3%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Prior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62.2%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-38.0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Severity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Critical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cohort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converted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Deployment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Where it concentrates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Conversion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here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converted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Consent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21.9%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63.9%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Territory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66.7%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2026-08-17T06:19:46Z</dcterms:created>
  <dcterms:modified xsi:type="dcterms:W3CDTF">2026-08-17T06:19:46Z</dcterms:modified>
</cp:coreProperties>
</file>