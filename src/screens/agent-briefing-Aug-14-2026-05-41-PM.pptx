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Agent Briefing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14, 2026, 05:41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MTD · MTD (Jul 01, 2026 – Jul 22, 2026)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Agent Briefing Findings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-38.0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Non-consented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dominant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driver,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accounting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99.9%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decline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(conversion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fell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63.9%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21.9%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this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cohort,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patients).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territory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secondary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contributor,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falling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66.7%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18.2%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(22.3%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change).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positive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Non-consented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drove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78.5%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improvement,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falling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9.2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3.2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patients.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'State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Carolina',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'Lumicera',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'Van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Poppel,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Katherine'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each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contributed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strongly,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though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current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entity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counts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zero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indicating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those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prior-period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bottlenecks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have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been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resolved.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positive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-10.6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territory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drove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full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improvement,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falling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27.1%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9.1%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22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patients.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Non-consented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(119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share)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Walgreens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also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contributed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strongly,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each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showing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near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zero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this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period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versus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double-digit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positive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-1.9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four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tracked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dimensions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territory,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non-consented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fell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this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each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contributing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improvement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within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their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segment.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territory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(11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largest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patient-count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contributors.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2026-08-14T12:11:09Z</dcterms:created>
  <dcterms:modified xsi:type="dcterms:W3CDTF">2026-08-14T12:11:09Z</dcterms:modified>
</cp:coreProperties>
</file>