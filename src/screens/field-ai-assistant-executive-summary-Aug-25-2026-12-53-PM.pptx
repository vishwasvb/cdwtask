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Field AI Assistant — 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25, 2026, 12:53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· MTD (May 01, 2026 – May 31,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Summary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Period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(Apr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Apr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30,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Findings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raised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[critical]-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70.1%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–3.8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unConverted;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7.9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78.0%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[critical]-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flat**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above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8-day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worsening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4-period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trend.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[critical]-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**Persistency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77.5%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–0.3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2.5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80.0%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3,672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impacted.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[critical]-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**Watch: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36.3%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–14.7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36.3%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26.3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above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before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[insight]-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thread**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Persistency,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driver,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several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[critical]-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**Refill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76.4%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+1.0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pt**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7.6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84.0%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3,928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impacted.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Leading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Refill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+1.0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-0.3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70.1%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73.9%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-3.8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-14.7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Refill on Time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Refill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1,812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79.0%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Rodriguez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Hernandez,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Janice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54.0%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Persistency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Persistency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82.7%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83.2%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1,634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78.9%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79.3%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Ireland,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52.3%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52.3%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Time to First Fill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Ekta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Conversion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27.0%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34.7%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74.7%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UNMATCHABLE,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UNMATCHABLE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Cancellation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61.5%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57.1%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Gabriela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2026-08-25T07:23:15Z</dcterms:created>
  <dcterms:modified xsi:type="dcterms:W3CDTF">2026-08-25T07:23:15Z</dcterms:modified>
</cp:coreProperties>
</file>