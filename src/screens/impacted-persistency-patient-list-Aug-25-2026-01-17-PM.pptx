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Impacted · Persistency — patient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25, 2026, 01:17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(May 01, 2026 – May 31, 2026) vs Prior MTD (Apr 01, 2026 – Apr 30, 2026) · 323 in Southeast · 323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323 rows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EPI-100208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Aquino,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COMPLETE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CCH-ESI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EPI-101393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Odonovan,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Cormac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EPI-10377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Boles,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William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EPI-10418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Abraham,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EPI-10436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EPI-104610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Tabet,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Munther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EPI-105421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Ibrahim,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Ahmed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EPI-105871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Poplawski,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Tadeusz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EPI-107259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Jordan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Williams,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Douglas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EPI-108591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Poplawski,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Tadeusz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EPI-11659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Taylor,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PAPAS,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EPI-11968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Bagalkotkar,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Brianna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EPI-122399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Schreiber,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EPI-12271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FREE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MARKET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EPI-122858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Qian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Zhou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EPI-124023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Richards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Reid,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Georgianna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EPI-12585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Agashe,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Shruti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EPI-12623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Klinger,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EPI-12689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Qian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Zhou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EPI-1274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Cleveland,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Deborah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EPI-13367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EPI-13496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Gordon,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Amanda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Fox,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EPI-13536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RYAN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EPI-13691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Grayson,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Independence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EPI-13822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EPI-138970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Brown,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Olivia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EPI-13933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Lewis,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EPI-14298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EPI-14299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EPI-14391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Payne,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Ewa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Christopher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EPI-14489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Husain,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Aatif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EPI-14695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Lympany,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WELLCARE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CNC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Kathryn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EPI-14891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Beitinjaneh,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EPI-14938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EPI-15134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Katherine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Zamani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Fekri,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Behrouz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Grayson,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Mcinnis,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EPI-16268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EPI-16318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Mcadams,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Suzanne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EPI-16489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Goodkin,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Howard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EPI-16701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Dixon,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Suzanne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Mccaffrey,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Mikati,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Mohamad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EPI-17354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Pietak,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EPI-17550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Klinger,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EPI-17573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EPI-17634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Armstrong,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EPI-17709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EPI-17915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Luedke,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Matthew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EPI-18127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Stewart,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Alejandra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Goodkin,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Howard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Cagle,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Kristin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EPI-18888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Ramirez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Montealegre,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EPI-18953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EPI-19237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Nguyen,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Silvia,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Silvia,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EPI-19814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Cleveland,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Deborah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EPI-19930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Taravath,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Sasidharan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Heinan,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Kristen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EPI-20072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PERFORMRX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Silvia,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Sandoz,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EPI-20389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EPI-20417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Wolfe,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EPI-20419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Robbins,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EPI-20489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Fox,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EPI-20957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Parker,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Jordyn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EPI-21277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Nahouraii,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Henry,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Christopher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EPI-21993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Zecavati,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Nassim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Esther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EPI-22267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Proud,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Crystal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EPI-22608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EPI-22609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Graf,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Daniel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Kosentka,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EPI-22834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Group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EPI-22941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EPI-22944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Braunstein,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EPI-23198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Mcinnis,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EPI-23726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Heinan,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Kristen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PEARMAN,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CYNTHIA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Griffin,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Kathleen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Zachary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EPI-24129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Vu,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Thuyanh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Conner,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Kelly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Alexandria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EPI-24321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Mcinnis,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Rightway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Qian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Zhou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EPI-24684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Xiong,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Kelly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EPI-24741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EPI-24869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EPI-24882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Boutilier,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EPI-24981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Goodkin,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Howard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Alexandria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PERFORMRX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Kathryn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Nguyen,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Dabiri,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Ashkin,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Kenneth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Long,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Brandi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EPI-26294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Kalb,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Jennifer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Boutilier,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N.C.MEDICAID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Poplawski,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Tadeusz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EPI-26943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Vu,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Thuyanh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Evans,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Gammeltoft,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Karsten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Harmon,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Joseph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Runheim,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Pietak,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EPI-28296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EPI-28307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Pietak,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Goodkin,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Howard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Gill,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Kaiser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Permanente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EPI-28528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Reddy,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Shilpa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Systems,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Sass,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Indulkar,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Shalaka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EPI-28997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Kabbani,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Samir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EPI-29287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Kosentka,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Runheim,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(Aetna)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Gammeltoft,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Karsten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Penumalli,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Vikram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Flangini,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Alexia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Popli,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Gautam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EPI-30514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Fishbein,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Daniela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EPI-30658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Kabbani,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Samir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Fox,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Virginia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Zecavati,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Nassim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Epps,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Stacey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Kalb,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Jennifer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Anyanwu,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Chinekwu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Armstrong,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EPI-31776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Brenton,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EPI-31876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Mandell,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Howard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EPI-32106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EPI-32495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Taylor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Silvia,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Prescryptive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Amber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Sandoz,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Boyce,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EPI-33494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EPI-33544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Federspiel,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PERFORMRX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Lewis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Ngo,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Linh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EPI-33647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Yuchun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EPI-33839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Karner,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EPI-34372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(Aetna)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EPI-34567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Rider,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EPI-34628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Reimer,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EPI-34961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Lewis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Armstrong,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Ibrahim,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Ahmed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EPI-35320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Wilkinson,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Amber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EPI-35499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Nahouraii,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Joliet,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Amanda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Hearington,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Debra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EPI-4229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EPI-4265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EPI-4269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Sav-Rx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EPI-4377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Raghavan,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Renitha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Luedke,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Matthew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EPI-4560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Younus,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Zilfah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EPI-4724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Kansas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EPI-4746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Agashe,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Shruti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EPI-5359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Yang,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Qian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Zhou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EPI-5713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Boutilier,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Tangredi,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EPI-5833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EPI-5886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Chagnon,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Karner,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EPI-5990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EPI-6010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EPI-6043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EPI-62096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Carroll,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Maura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Jessica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EPI-65589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EPI-6613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Lympany,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EPI-70069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Rider,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EPI-7035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EPI-70672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Kurukumbi,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Mohankumar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EPI-71149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Rider,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Lyons,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EPI-72660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Anderson,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Willie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EPI-73258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EPI-7374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Kosentka,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EPI-75028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Ziemba,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Kristine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EPI-7565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Grayson,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EPI-7578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EPI-7623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Bullock,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Marlisa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EPI-7627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Xhihani,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Ervis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Susan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EPI-7682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Radtke,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Rodney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Kiehl,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Jennifer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EPI-79617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Holmes,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Kelly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EPI-8113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EPI-8267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Mikati,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Mohamad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EPI-8296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Mckay,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Sav-Rx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EPI-8457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Grayson,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Leslie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EPI-8549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EPI-8740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Yuchun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EPI-9007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Georgia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Fox,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Robert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Braunstein,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Andrew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EPI-90966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Yuchun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EPI-91042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Northam,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Ralph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Sentara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EPI-91076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Timmer,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Trenton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PERFORMRX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EPI-91309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EPI-91338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Evans,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Rathke,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EPI-9210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EPI-93006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EPI-9320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Henry,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Christopher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EPI-93327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Vinarsky,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Victoria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EPI-93758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Warren,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EPI-9378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Alexandria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PERFORMRX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Wallace,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Garner,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Mckee,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Rachel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Brenton,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Rightway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EPI-95539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Garner,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EPI-96459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Proud,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Crystal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EAST-HUMANA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EPI-96713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Vu,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Thuyanh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on Therapy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EPI-96988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Zafar,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Muhammad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EPI-9859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Singh,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EPI-9894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Axeen,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Erika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EPI-99540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Aryal,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Reference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Impacted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Window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(Apr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Apr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30,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2026-08-25T07:47:24Z</dcterms:created>
  <dcterms:modified xsi:type="dcterms:W3CDTF">2026-08-25T07:47:24Z</dcterms:modified>
</cp:coreProperties>
</file>