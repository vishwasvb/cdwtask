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Case Operations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Generated: Sep 30, 2026, 01:27 PM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Filters: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Cases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924306"/>
                <a:gridCol w="924306"/>
                <a:gridCol w="924306"/>
                <a:gridCol w="924306"/>
                <a:gridCol w="924306"/>
                <a:gridCol w="924306"/>
                <a:gridCol w="924306"/>
                <a:gridCol w="924306"/>
                <a:gridCol w="924306"/>
                <a:gridCol w="924306"/>
                <a:gridCol w="924306"/>
                <a:gridCol w="92430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HCP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FRM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Incident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Emergency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Supply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Quick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EPI-25741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Therapy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Ficker,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David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Patient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Assistance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Program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Amber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Kentucky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Therapy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Eksambe,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Padmavati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Affordability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Acaria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Rightway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Therapy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Mower,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Melissa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Change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Insurance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Government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Employees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Association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(GEHA)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Therapy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Polacek,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Kacie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greg.rechtenbach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HCP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Amber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Department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Veterans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Affairs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Currently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Therapy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Mcinnis,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Megan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Patient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Assistance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Program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Currently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Therapy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Sheth,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Komalben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Affordability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Centene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2026-09-30T07:57:12Z</dcterms:created>
  <dcterms:modified xsi:type="dcterms:W3CDTF">2026-09-30T07:57:12Z</dcterms:modified>
</cp:coreProperties>
</file>