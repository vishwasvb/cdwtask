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Case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Sep 30, 2026, 01:45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Cases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924306"/>
                <a:gridCol w="924306"/>
                <a:gridCol w="924306"/>
                <a:gridCol w="924306"/>
                <a:gridCol w="924306"/>
                <a:gridCol w="924306"/>
                <a:gridCol w="924306"/>
                <a:gridCol w="924306"/>
                <a:gridCol w="924306"/>
                <a:gridCol w="924306"/>
                <a:gridCol w="924306"/>
                <a:gridCol w="92430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HCP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Incident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Emergency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Quick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Therapy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Eksambe,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Padmavati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Affordability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Rightway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Currently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Therapy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Sheth,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Komalben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Affordability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2026-09-30T08:15:19Z</dcterms:created>
  <dcterms:modified xsi:type="dcterms:W3CDTF">2026-09-30T08:15:19Z</dcterms:modified>
</cp:coreProperties>
</file>