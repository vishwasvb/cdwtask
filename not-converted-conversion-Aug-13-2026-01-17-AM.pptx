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Not converted · Conversion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13, 2026, 01:17 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last_month · All 97 not converted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Not converted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EPI-106008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Banner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EPI-145862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EPI-153341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Hawaii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(HMSA)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CMK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Wyoming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EmblemHealth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MEDICAID-MEDIMPACT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Maryland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Physicians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(MPC)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Arkansas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Corporation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(HCSC)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VytlOne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Missouri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Ohio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EPI-62102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Sentara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2026-08-12T19:47:03Z</dcterms:created>
  <dcterms:modified xsi:type="dcterms:W3CDTF">2026-08-12T19:47:03Z</dcterms:modified>
</cp:coreProperties>
</file>