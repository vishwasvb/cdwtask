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Not converted · Conversion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Generated: Aug 13, 2026, 01:07 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Filters: last_month · 93 in 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2026-08-12T19:37:13Z</dcterms:created>
  <dcterms:modified xsi:type="dcterms:W3CDTF">2026-08-12T19:37:13Z</dcterms:modified>
</cp:coreProperties>
</file>